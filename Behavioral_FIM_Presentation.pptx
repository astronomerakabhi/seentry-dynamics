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Behavioral File Integrity Monitor</a:t>
            </a:r>
          </a:p>
          <a:p>
            <a:r>
              <a:t>with Active Defense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Presented by: Abhishek</a:t>
            </a:r>
          </a:p>
          <a:p>
            <a: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File Integrity Monitoring (FIM) is a critical security control.</a:t>
            </a:r>
          </a:p>
          <a:p>
            <a:pPr>
              <a:defRPr sz="1800"/>
            </a:pPr>
            <a:r>
              <a:t>It involves monitoring system files for unauthorized changes.</a:t>
            </a:r>
          </a:p>
          <a:p>
            <a:pPr>
              <a:defRPr sz="1800"/>
            </a:pPr>
            <a:r>
              <a:t>Traditional FIMs are passive: they only log events.</a:t>
            </a:r>
          </a:p>
          <a:p>
            <a:pPr>
              <a:defRPr sz="1800"/>
            </a:pPr>
            <a:r>
              <a:t>Our project introduces 'Behavioral FIM' with 'Active Defense'.</a:t>
            </a:r>
          </a:p>
          <a:p>
            <a:pPr>
              <a:defRPr sz="1800"/>
            </a:pPr>
            <a:r>
              <a:t>It combines real-time monitoring with Honeypots (Canary files) to proactively trap attackers.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Ransomware encrypts files in seconds, often bypassing traditional AV.</a:t>
            </a:r>
          </a:p>
          <a:p>
            <a:pPr>
              <a:defRPr sz="1800"/>
            </a:pPr>
            <a:r>
              <a:t>Insider Threats (malicious employees) can quietly steal or delete data.</a:t>
            </a:r>
          </a:p>
          <a:p>
            <a:pPr>
              <a:defRPr sz="1800"/>
            </a:pPr>
            <a:r>
              <a:t>Existing FIM solutions often lack context: they tell you 'What' changed, but not 'Who' changed it.</a:t>
            </a:r>
          </a:p>
          <a:p>
            <a:pPr>
              <a:defRPr sz="1800"/>
            </a:pPr>
            <a:r>
              <a:t>Passive monitoring is too slow for modern threats.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Develop a Real-Time File Integrity Monitor using Python.</a:t>
            </a:r>
          </a:p>
          <a:p>
            <a:pPr>
              <a:defRPr sz="1800"/>
            </a:pPr>
            <a:r>
              <a:t>2. Implement Process Attribution to identify the PID/Name responsible for file changes.</a:t>
            </a:r>
          </a:p>
          <a:p>
            <a:pPr>
              <a:defRPr sz="1800"/>
            </a:pPr>
            <a:r>
              <a:t>3. Integrate Active Defense using Canary Files (Honeypots) to detect malicious intent.</a:t>
            </a:r>
          </a:p>
          <a:p>
            <a:pPr>
              <a:defRPr sz="1800"/>
            </a:pPr>
            <a:r>
              <a:t>4. Create a Real-Time Web Dashboard for situational awareness.</a:t>
            </a:r>
          </a:p>
          <a:p>
            <a:pPr>
              <a:defRPr sz="1800"/>
            </a:pPr>
            <a:r>
              <a:t>5. Ensure the solution is lightweight and efficient.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(1/4)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Limitations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McIntosh, T.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Advancing FIM with AI-Enabled Predictive Ransomware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Predictive AI, 94.7% 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 overhead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Al-rimy, B.A.S.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Adaptive Ransomware Detection using Hashing and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Fast segmented hashing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Reactive detection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Gaber, M.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Scalable Honeytoken Generation using Large Language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Automated realistic decoys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Resource-intensive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Podolanko, J.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Effective Crypto Ransomware Detection Using Hardware Counters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Fast hardware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Hardware-dependent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Abualhaj, M.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Fine-Tuned Decision Tree Classifier for Ransomware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99.9% Accuracy (Memory)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Susceptible to obfuscation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Kumar, A.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Survey on Host-Based Intrusion Detection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Comprehensive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 new mechanism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Li, Y.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R-Locker: Honeyfile-based Ransomware 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Automated countermeasures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Fingerprinting risk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(2/4)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Limitations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Wang, Z.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Automatically Traceback RDP-Based Targeted Ransomware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Automated traceback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RDP specific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Srinivasa, S.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Honeysweeper: Towards stealthy Honeytoken fingerprinting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Counter-fingerprinting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Highlights static weakness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Wilson, K.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AI-Driven Honeypots for Advanced Threat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Dynamic honeypots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 false positives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Chen, Y.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Two-Stage Ransomware Detection: Static &amp; Dynamic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Robust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Slower processing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Gupta, S.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Behavioral Analysis of Ransomware using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API call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Needs large datasets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Lee, M.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Honeytoken-based Identity Threat Detection and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Protects credentials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Identity-focused only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Patel, V.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Automated Ransomware Traceback and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Key retrieval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Not preventive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(3/4)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Limitations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Kim, D.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Enhancing FIM with Blockchain for Immutable Logs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Log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 latency/storage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Singh, R.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Deep Learning for Zero-Day Ransomware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Detects zero-days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Black box model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Wang, L.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Network-based vs. Host-based Ransomware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Comparative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Hybrid needed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Garcia, E.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The Role of Deception in Active 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Theoretical framework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Lacks implementation details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Thompson, A.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Evaluating FIM Tools against Modern APTs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Benchmarks 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Shows traditional FIM fails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Davis, P.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Ransomware Evasion Techniques: A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Catalogs evasion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Defensive focus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White, S.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Cloud-Native FIM: Challenges and Solutions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Container FIM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Kubernetes specific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Survey (4/4)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91440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Advantages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Limitations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Martin, L.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User Behavior Analytics (UBA) for Insider Threats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Detects insiders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High false positives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Hall, T.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Honeyfiles for Data Exfiltration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Exfiltration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No local encryption stop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Young, C.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Lightweight FIM for IoT 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IoT optimized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Limited features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(Your Project)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Behavioral FIM with Real-Time Deception 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Real-Time UI, Active Defense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Prototype stage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&amp; 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Hardware:</a:t>
            </a:r>
          </a:p>
          <a:p>
            <a:pPr>
              <a:defRPr sz="1800"/>
            </a:pPr>
            <a:r>
              <a:t>- Processor: Intel Core i3 or equivalent (Minimal CPU usage)</a:t>
            </a:r>
          </a:p>
          <a:p>
            <a:pPr>
              <a:defRPr sz="1800"/>
            </a:pPr>
            <a:r>
              <a:t>- RAM: 4GB (Lightweight process)</a:t>
            </a:r>
          </a:p>
          <a:p>
            <a:pPr>
              <a:defRPr sz="1800"/>
            </a:pPr>
            <a:r>
              <a:t>- Storage: 100MB free space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Software:</a:t>
            </a:r>
          </a:p>
          <a:p>
            <a:pPr>
              <a:defRPr sz="1800"/>
            </a:pPr>
            <a:r>
              <a:t>- OS: Windows 10/11 (Compatible with Linux/macOS)</a:t>
            </a:r>
          </a:p>
          <a:p>
            <a:pPr>
              <a:defRPr sz="1800"/>
            </a:pPr>
            <a:r>
              <a:t>- Language: Python 3.12</a:t>
            </a:r>
          </a:p>
          <a:p>
            <a:pPr>
              <a:defRPr sz="1800"/>
            </a:pPr>
            <a:r>
              <a:t>- Libraries: Watchdog, psutil, FastAPI, Uvicorn, WebSockets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Monitoring Layer: Uses a Polling Observer to scan directories for Create/Modify/Delete events.</a:t>
            </a:r>
          </a:p>
          <a:p>
            <a:pPr>
              <a:defRPr sz="1800"/>
            </a:pPr>
            <a:r>
              <a:t>2. Analysis Layer: 'Analyzer' module uses psutil to map file paths to open process handles.</a:t>
            </a:r>
          </a:p>
          <a:p>
            <a:pPr>
              <a:defRPr sz="1800"/>
            </a:pPr>
            <a:r>
              <a:t>3. Active Defense Layer: 'CanaryManager' deploys hidden files. Interaction triggers critical alerts.</a:t>
            </a:r>
          </a:p>
          <a:p>
            <a:pPr>
              <a:defRPr sz="1800"/>
            </a:pPr>
            <a:r>
              <a:t>4. Presentation Layer: FastAPI Server broadcasts events via WebSockets to a Cyber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Core Modules:</a:t>
            </a:r>
          </a:p>
          <a:p>
            <a:pPr>
              <a:defRPr sz="1800"/>
            </a:pPr>
            <a:r>
              <a:t>- monitor.py: Handles the polling loop and event detection logic.</a:t>
            </a:r>
          </a:p>
          <a:p>
            <a:pPr>
              <a:defRPr sz="1800"/>
            </a:pPr>
            <a:r>
              <a:t>- analyzer.py: Iterates system processes to find the culprit.</a:t>
            </a:r>
          </a:p>
          <a:p>
            <a:pPr>
              <a:defRPr sz="1800"/>
            </a:pPr>
            <a:r>
              <a:t>- canary.py: Manages the lifecycle of honeypot files.</a:t>
            </a:r>
          </a:p>
          <a:p>
            <a:pPr>
              <a:defRPr sz="1800"/>
            </a:pPr>
            <a:r>
              <a:t>- server.py: Async FastAPI server for the UI.</a:t>
            </a:r>
          </a:p>
          <a:p>
            <a:pPr>
              <a:defRPr sz="1800"/>
            </a:pPr>
            <a:r>
              <a:t>- dashboard.html: Dark-mode frontend with live terminal feed.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Successful Detection:</a:t>
            </a:r>
          </a:p>
          <a:p>
            <a:pPr>
              <a:defRPr sz="1800"/>
            </a:pPr>
            <a:r>
              <a:t>- File Creation/Modification detected within 1 second.</a:t>
            </a:r>
          </a:p>
          <a:p>
            <a:pPr>
              <a:defRPr sz="1800"/>
            </a:pPr>
            <a:r>
              <a:t>- Process Attribution successful for long-running operations.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Active Defense:</a:t>
            </a:r>
          </a:p>
          <a:p>
            <a:pPr>
              <a:defRPr sz="1800"/>
            </a:pPr>
            <a:r>
              <a:t>- Canary files successfully deployed and hidden.</a:t>
            </a:r>
          </a:p>
          <a:p>
            <a:pPr>
              <a:defRPr sz="1800"/>
            </a:pPr>
            <a:r>
              <a:t>- Modification of Canary files triggers immediate CRITICAL ALERT.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Performance:</a:t>
            </a:r>
          </a:p>
          <a:p>
            <a:pPr>
              <a:defRPr sz="1800"/>
            </a:pPr>
            <a:r>
              <a:t>- CPU usage remains &lt; 1% during idle monitoring.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(Insert Dashboard Screenshot Here)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We successfully built a Behavioral FIM that goes beyond simple logging.</a:t>
            </a:r>
          </a:p>
          <a:p>
            <a:pPr>
              <a:defRPr sz="1800"/>
            </a:pPr>
            <a:r>
              <a:t>The addition of Canary files transforms the tool into an active security defense.</a:t>
            </a:r>
          </a:p>
          <a:p>
            <a:pPr>
              <a:defRPr sz="1800"/>
            </a:pPr>
            <a:r>
              <a:t>The Real-Time Dashboard provides immediate visibility into threats.</a:t>
            </a:r>
          </a:p>
          <a:p>
            <a:pPr>
              <a:defRPr sz="1800"/>
            </a:pPr>
            <a:r>
              <a:t>The system is modular, extensible, and effective against ransomware-like behavior.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Kernel-level Monitoring: Use a Mini-filter driver for 100% process attribution accuracy.</a:t>
            </a:r>
          </a:p>
          <a:p>
            <a:pPr>
              <a:defRPr sz="1800"/>
            </a:pPr>
            <a:r>
              <a:t>2. Blocking: Automatically terminate the process that touches a Canary file.</a:t>
            </a:r>
          </a:p>
          <a:p>
            <a:pPr>
              <a:defRPr sz="1800"/>
            </a:pPr>
            <a:r>
              <a:t>3. SIEM Integration: Forward logs to Splunk or ELK stack.</a:t>
            </a:r>
          </a:p>
          <a:p>
            <a:pPr>
              <a:defRPr sz="1800"/>
            </a:pPr>
            <a:r>
              <a:t>4. AI Analysis: Use Machine Learning to detect anomalous file access patterns.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1. Python Software Foundation. (2024). Python 3.12 Documentation.</a:t>
            </a:r>
          </a:p>
          <a:p>
            <a:pPr>
              <a:defRPr sz="1800"/>
            </a:pPr>
            <a:r>
              <a:t>2. Watchdog Library Documentation.</a:t>
            </a:r>
          </a:p>
          <a:p>
            <a:pPr>
              <a:defRPr sz="1800"/>
            </a:pPr>
            <a:r>
              <a:t>3. Psutil Library Documentation.</a:t>
            </a:r>
          </a:p>
          <a:p>
            <a:pPr>
              <a:defRPr sz="1800"/>
            </a:pPr>
            <a:r>
              <a:t>4. FastAPI &amp; WebSockets Documentation.</a:t>
            </a:r>
          </a:p>
          <a:p>
            <a:pPr>
              <a:defRPr sz="1800"/>
            </a:pPr>
            <a:r>
              <a:t>5. NIST Special Publication 800-167 (Guide to Application Whitelisting).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
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Behavioral FIM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File Integrity Monitoring</a:t>
            </a:r>
          </a:p>
          <a:p>
            <a:r>
              <a:t>Hackathon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FIM systems are noisy and rule-based.</a:t>
            </a:r>
          </a:p>
          <a:p>
            <a:pPr lvl="1"/>
            <a:r>
              <a:t>Alert fatigue for SOC teams due to high false-positive rates.</a:t>
            </a:r>
          </a:p>
          <a:p>
            <a:pPr lvl="1"/>
            <a:r>
              <a:t>Lack of context: A file change might be malicious or just a normal update.</a:t>
            </a:r>
          </a:p>
          <a:p>
            <a:pPr lvl="1"/>
            <a:r>
              <a:t>Difficult to distinguish between benign administrative tasks and insider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Behavioral FIM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Context-aware file monitoring powered by Machine Learning.</a:t>
            </a:r>
          </a:p>
          <a:p>
            <a:pPr lvl="1"/>
            <a:r>
              <a:t>Learns normal behavior for users and roles.</a:t>
            </a:r>
          </a:p>
          <a:p>
            <a:pPr lvl="1"/>
            <a:r>
              <a:t>Highlights true anomalies instead of just 'any change'.</a:t>
            </a:r>
          </a:p>
          <a:p>
            <a:pPr lvl="1"/>
            <a:r>
              <a:t>Interactive forensic dashboard for rapid incident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Monitoring &amp; Alerting</a:t>
            </a:r>
          </a:p>
          <a:p>
            <a:pPr/>
            <a:r>
              <a:t>Dynamic Risk Scoring per user</a:t>
            </a:r>
          </a:p>
          <a:p>
            <a:pPr/>
            <a:r>
              <a:t>ML Anomaly Detection (Isolation Forest)</a:t>
            </a:r>
          </a:p>
          <a:p>
            <a:pPr/>
            <a:r>
              <a:t>Role-based Clustering (K-Means)</a:t>
            </a:r>
          </a:p>
          <a:p>
            <a:pPr/>
            <a:r>
              <a:t>Correlation Engine for complex attack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FastAPI</a:t>
            </a:r>
          </a:p>
          <a:p>
            <a:pPr/>
            <a:r>
              <a:t>Real-time updates: WebSockets</a:t>
            </a:r>
          </a:p>
          <a:p>
            <a:pPr/>
            <a:r>
              <a:t>Machine Learning: scikit-learn, numpy, pandas</a:t>
            </a:r>
          </a:p>
          <a:p>
            <a:pPr/>
            <a:r>
              <a:t>Frontend: Jinja2 Templates, HTML/CSS/JS (Glossy UI)</a:t>
            </a:r>
          </a:p>
          <a:p>
            <a:pPr/>
            <a:r>
              <a:t>System hooks: watchdog, psutil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Drastically reduces false positives.</a:t>
            </a:r>
          </a:p>
          <a:p>
            <a:pPr lvl="1"/>
            <a:r>
              <a:t>Speeds up threat hunting &amp; incident response.</a:t>
            </a:r>
          </a:p>
          <a:p>
            <a:pPr lvl="1"/>
            <a:r>
              <a:t>Protects critical infrastructure and ensures compliance.</a:t>
            </a:r>
          </a:p>
          <a:p>
            <a:pPr lvl="1"/>
            <a:r>
              <a:t>Provides actionable intelligence, not just data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SIEM solutions (Splunk, ELK)</a:t>
            </a:r>
          </a:p>
          <a:p>
            <a:pPr/>
            <a:r>
              <a:t>Advanced Deep Learning models for sequence prediction</a:t>
            </a:r>
          </a:p>
          <a:p>
            <a:pPr/>
            <a:r>
              <a:t>Automated remediation and rollback of malicious changes</a:t>
            </a:r>
          </a:p>
          <a:p>
            <a:pPr/>
            <a:r>
              <a:t>Cloud-native deployment (Kubernetes/Docker)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  <a:p/>
          <a:p>
            <a:r>
              <a:t>Demo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
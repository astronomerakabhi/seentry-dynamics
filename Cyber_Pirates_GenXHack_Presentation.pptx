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04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24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27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5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6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8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27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2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41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563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99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4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25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17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30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8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GENXHACK -26 HACKATHON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Problem Statement Theme: Cybersecurity / AI Security</a:t>
            </a:r>
          </a:p>
          <a:p>
            <a:r>
              <a:t>Problem Statement Title: AI-Powered Behavioral File Integrity Monitoring</a:t>
            </a:r>
          </a:p>
          <a:p>
            <a:endParaRPr/>
          </a:p>
          <a:p>
            <a:r>
              <a:t>Team Name: Cyber Pirates</a:t>
            </a:r>
          </a:p>
          <a:p>
            <a:endParaRPr/>
          </a:p>
          <a:p>
            <a:r>
              <a:t>Team Members:</a:t>
            </a:r>
          </a:p>
          <a:p>
            <a:r>
              <a:t>1ST23CY002 – Abhishek P</a:t>
            </a:r>
          </a:p>
          <a:p>
            <a:r>
              <a:t>1ST23CY020 – Himanshu K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FIM (AI-Powered File Integrity Monitoring)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Proposed Solution:</a:t>
            </a:r>
          </a:p>
          <a:p>
            <a:r>
              <a:t>• AI-powered context-aware File Integrity Monitoring system</a:t>
            </a:r>
          </a:p>
          <a:p>
            <a:r>
              <a:t>• Learns normal user and role-based behavior</a:t>
            </a:r>
          </a:p>
          <a:p>
            <a:r>
              <a:t>• Detects real anomalies instead of rule-based alerts</a:t>
            </a:r>
          </a:p>
          <a:p>
            <a:endParaRPr/>
          </a:p>
          <a:p>
            <a:r>
              <a:t>How it Addresses the Problem:</a:t>
            </a:r>
          </a:p>
          <a:p>
            <a:r>
              <a:t>• Reduces alert fatigue</a:t>
            </a:r>
          </a:p>
          <a:p>
            <a:r>
              <a:t>• Differentiates benign vs malicious changes</a:t>
            </a:r>
          </a:p>
          <a:p>
            <a:r>
              <a:t>• Detects insider threats effectively</a:t>
            </a:r>
          </a:p>
          <a:p>
            <a:endParaRPr/>
          </a:p>
          <a:p>
            <a:r>
              <a:t>Innovation &amp; Uniqueness:</a:t>
            </a:r>
          </a:p>
          <a:p>
            <a:r>
              <a:t>• Behavioral-based detection</a:t>
            </a:r>
          </a:p>
          <a:p>
            <a:r>
              <a:t>• ML anomaly detection (Isolation Forest)</a:t>
            </a:r>
          </a:p>
          <a:p>
            <a:r>
              <a:t>• Dynamic risk scoring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FB38-AC6F-57E2-7599-DC3D3EF4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of Image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74BF99-8E9E-04C1-B273-C444F4EF6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" y="2322929"/>
            <a:ext cx="8741664" cy="444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07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Technologies Used:</a:t>
            </a:r>
          </a:p>
          <a:p>
            <a:r>
              <a:t>• Backend: Python, FastAPI</a:t>
            </a:r>
          </a:p>
          <a:p>
            <a:r>
              <a:t>• ML: scikit-learn, numpy, pandas</a:t>
            </a:r>
          </a:p>
          <a:p>
            <a:r>
              <a:t>• Frontend: HTML, CSS, JavaScript (Jinja2)</a:t>
            </a:r>
          </a:p>
          <a:p>
            <a:r>
              <a:t>• Real-time: WebSockets</a:t>
            </a:r>
          </a:p>
          <a:p>
            <a:r>
              <a:t>• Monitoring: watchdog, psutil</a:t>
            </a:r>
          </a:p>
          <a:p>
            <a:endParaRPr/>
          </a:p>
          <a:p>
            <a:r>
              <a:t>Implementation Process:</a:t>
            </a:r>
          </a:p>
          <a:p>
            <a:r>
              <a:t>1. Monitor file events</a:t>
            </a:r>
          </a:p>
          <a:p>
            <a:r>
              <a:t>2. Collect user activity data</a:t>
            </a:r>
          </a:p>
          <a:p>
            <a:r>
              <a:t>3. Apply K-Means clustering</a:t>
            </a:r>
          </a:p>
          <a:p>
            <a:r>
              <a:t>4. Use Isolation Forest for anomaly detection</a:t>
            </a:r>
          </a:p>
          <a:p>
            <a:r>
              <a:t>5. Generate dynamic risk score</a:t>
            </a:r>
          </a:p>
          <a:p>
            <a:r>
              <a:t>6. Display alerts on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Feasibility:</a:t>
            </a:r>
          </a:p>
          <a:p>
            <a:r>
              <a:t>• Open-source ML libraries</a:t>
            </a:r>
          </a:p>
          <a:p>
            <a:r>
              <a:t>• Scalable backend architecture</a:t>
            </a:r>
          </a:p>
          <a:p>
            <a:r>
              <a:t>• Easy integration with enterprise systems</a:t>
            </a:r>
          </a:p>
          <a:p>
            <a:endParaRPr/>
          </a:p>
          <a:p>
            <a:r>
              <a:t>Challenges:</a:t>
            </a:r>
          </a:p>
          <a:p>
            <a:r>
              <a:t>• Training data quality</a:t>
            </a:r>
          </a:p>
          <a:p>
            <a:r>
              <a:t>• Initial anomaly calibration</a:t>
            </a:r>
          </a:p>
          <a:p>
            <a:r>
              <a:t>• Legacy system integration</a:t>
            </a:r>
          </a:p>
          <a:p>
            <a:endParaRPr/>
          </a:p>
          <a:p>
            <a:r>
              <a:t>Mitigation Strategies:</a:t>
            </a:r>
          </a:p>
          <a:p>
            <a:r>
              <a:t>• Continuous model retraining</a:t>
            </a:r>
          </a:p>
          <a:p>
            <a:r>
              <a:t>• Role-based baseline calibration</a:t>
            </a:r>
          </a:p>
          <a:p>
            <a:r>
              <a:t>• Docker/Kubernetes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Target Audience:</a:t>
            </a:r>
          </a:p>
          <a:p>
            <a:r>
              <a:t>• SOC Teams</a:t>
            </a:r>
          </a:p>
          <a:p>
            <a:r>
              <a:t>• Enterprises handling sensitive data</a:t>
            </a:r>
          </a:p>
          <a:p>
            <a:r>
              <a:t>• Critical infrastructure organizations</a:t>
            </a:r>
          </a:p>
          <a:p>
            <a:endParaRPr/>
          </a:p>
          <a:p>
            <a:r>
              <a:t>Benefits:</a:t>
            </a:r>
          </a:p>
          <a:p>
            <a:r>
              <a:t>• Reduces false positives</a:t>
            </a:r>
          </a:p>
          <a:p>
            <a:r>
              <a:t>• Faster incident response</a:t>
            </a:r>
          </a:p>
          <a:p>
            <a:r>
              <a:t>• Improved compliance</a:t>
            </a:r>
          </a:p>
          <a:p>
            <a:r>
              <a:t>• Actionable security intelligence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277</Words>
  <Application>Microsoft Office PowerPoint</Application>
  <PresentationFormat>On-screen Show (4:3)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GENXHACK -26 HACKATHON</vt:lpstr>
      <vt:lpstr>BEHAVIORAL FIM (AI-Powered File Integrity Monitoring)</vt:lpstr>
      <vt:lpstr>Representation of Image</vt:lpstr>
      <vt:lpstr>TECHNICAL APPROACH</vt:lpstr>
      <vt:lpstr>FEASIBILITY AND VIABILITY</vt:lpstr>
      <vt:lpstr>IMPACT AND 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Deepak Kumar Rikhi</cp:lastModifiedBy>
  <cp:revision>2</cp:revision>
  <dcterms:created xsi:type="dcterms:W3CDTF">2013-01-27T09:14:16Z</dcterms:created>
  <dcterms:modified xsi:type="dcterms:W3CDTF">2026-02-27T09:28:16Z</dcterms:modified>
  <cp:category/>
</cp:coreProperties>
</file>